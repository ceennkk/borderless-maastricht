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8b3aca1f674a3c" /><Relationship Type="http://schemas.openxmlformats.org/officeDocument/2006/relationships/extended-properties" Target="/docProps/app.xml" Id="R9711b0fd8a13431b" /><Relationship Type="http://schemas.openxmlformats.org/officeDocument/2006/relationships/officeDocument" Target="/ppt/presentation.xml" Id="Rb13f4177673747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92952c8c2249a1"/>
  </p:sldMasterIdLst>
  <p:notesMasterIdLst>
    <p:notesMasterId xmlns:r="http://schemas.openxmlformats.org/officeDocument/2006/relationships" r:id="Rf222ee03824540f4"/>
  </p:notesMasterIdLst>
  <p:sldIdLst>
    <p:sldId xmlns:r="http://schemas.openxmlformats.org/officeDocument/2006/relationships" id="256" r:id="R0998bcd841cb41eb"/>
    <p:sldId xmlns:r="http://schemas.openxmlformats.org/officeDocument/2006/relationships" id="257" r:id="R4e3e7832dccb4c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ffd82683724a9a" /><Relationship Type="http://schemas.openxmlformats.org/officeDocument/2006/relationships/slideMaster" Target="/ppt/slideMasters/slideMaster1.xml" Id="Rca92952c8c2249a1" /><Relationship Type="http://schemas.openxmlformats.org/officeDocument/2006/relationships/notesMaster" Target="/ppt/notesMasters/notesMaster1.xml" Id="Rf222ee03824540f4" /><Relationship Type="http://schemas.openxmlformats.org/officeDocument/2006/relationships/presProps" Target="/ppt/presProps.xml" Id="R5dd34861ee3947f5" /><Relationship Type="http://schemas.openxmlformats.org/officeDocument/2006/relationships/tableStyles" Target="/ppt/tableStyles.xml" Id="R2b48e72c24124e6d" /><Relationship Type="http://schemas.openxmlformats.org/officeDocument/2006/relationships/slide" Target="/ppt/slides/slide1.xml" Id="R0998bcd841cb41eb" /><Relationship Type="http://schemas.openxmlformats.org/officeDocument/2006/relationships/slide" Target="/ppt/slides/slide2.xml" Id="R4e3e7832dccb4c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75a1dd728645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20a294e7934a46" /><Relationship Type="http://schemas.openxmlformats.org/officeDocument/2006/relationships/notesMaster" Target="/ppt/notesMasters/notesMaster1.xml" Id="R91dbcd0a1a8248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78a02e5ac640d0" /><Relationship Type="http://schemas.openxmlformats.org/officeDocument/2006/relationships/notesMaster" Target="/ppt/notesMasters/notesMaster1.xml" Id="R53dddbbd1e204c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Borderless chatbot architecture.</a:t>
            </a:r>
          </a:p>
          <a:p xmlns:a="http://schemas.openxmlformats.org/drawingml/2006/main">
            <a:r>
              <a:t>Key message: personal context improves relevance; confirmation keeps profile updates under user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Borderless RAG architecture.</a:t>
            </a:r>
          </a:p>
          <a:p xmlns:a="http://schemas.openxmlformats.org/drawingml/2006/main">
            <a:r>
              <a:t>Key message: retrieval narrows the answer to official, relevant guidance and exposes its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06c9abe1f41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ec813564cf4333" /><Relationship Type="http://schemas.openxmlformats.org/officeDocument/2006/relationships/slideLayout" Target="/ppt/slideLayouts/slideLayout1.xml" Id="Ra036b49546674a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36b49546674a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cf0fdfaf54531" /><Relationship Type="http://schemas.openxmlformats.org/officeDocument/2006/relationships/notesSlide" Target="/ppt/notesSlides/notesSlide1.xml" Id="Raec0c97e558a47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dc301d108460c" /><Relationship Type="http://schemas.openxmlformats.org/officeDocument/2006/relationships/notesSlide" Target="/ppt/notesSlides/notesSlide2.xml" Id="Rdb11e1a9abc643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625B4E-B214-4A78-A848-279C8FA1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AI IN BORDERLESS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EAF2D-E9E4-4C7C-AE48-6045E554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A personal AI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05082-B6C5-494B-AA3A-3A85349A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Personal context. User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2C5BA-CE3F-4EB7-A698-95A55909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A3D24-E5C5-4D16-8725-38A5CDC1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4E4A4-6F7F-44BD-A79E-F71FA9E2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90FF2-52F7-4C3B-8B08-79776D2E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The user asks.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A3E63-9372-40B4-8305-A6A35A18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77277-8696-405C-AC6D-495D0F78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8579C-1EBB-4277-8283-F21FC129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9D859-0DD7-4BB7-BB51-3F7627F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6E245-996E-40AC-979F-5FA10616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Profile + open tasks.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DCB37-5C82-4E22-8160-4573AF71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0CAAD-AACA-4AFF-AF0B-1C86306C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D8E80-714B-4493-93B7-FB027982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C2818-50AF-4188-8B7C-F6A1709A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Secure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4F46D-25FE-4613-9EF3-58F45FF1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Key stays on server.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5C9AA-3197-4AA1-807B-905E81B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967D9-AE84-49F9-9E4E-01C796B9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948AE-B2B6-40F7-BB6B-AA528930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438CF-4962-4E01-8623-3A9CB212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7C347-9AD6-49E3-B6F0-492C0B2B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No invented figures.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8AA0E-E556-4F6A-B54D-2AA41866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B7B57C-6098-41FC-873B-7AC328C5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6D1BB-ED87-4A2E-9E01-26D3BBB0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76BEC-544F-407F-99A3-EF366CA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Confirmation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D8B34-750B-498C-BC9A-A9099FB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User approves updates.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16770-AAD8-4E5C-84BE-57EB29D4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9D9CF1-E315-4347-9564-2D7CB02A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Safety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50C038-9E90-4120-ABC8-D328DF77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011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The user stays in control.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6C2D1-5F80-4661-923B-C7089F8B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C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E8E9A5-BF3C-4542-9735-26710B68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BORDERLESS  /  AI USAGE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70F6E1-CBDE-42AE-A56D-FB169E31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19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1DEF7C-5318-4D3A-B626-1927549C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RETRIEVAL-AUGMENTED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C4AB3-14D5-4000-AA4B-E45291E0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Official-source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9AD97-B0F4-4A95-9391-9D506881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RAG retrieves relevant government guidance before every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69F79-DA5C-4BF9-B397-41A078DF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247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C9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6E867-7AF1-4017-A2B6-429F156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1658B-AF5C-494B-BCAA-A0AF44BD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53F21-26DF-427F-A036-2A0D8AD8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Official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B1D22-0A07-4B9C-B21D-EC140146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Belastingdienst, SVB, GrenzInfoPunkt.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2B872-DE5E-411A-8CFC-6F35B01A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480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CC5ED-0E71-4E96-8F0C-0159CD50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2247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C9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6537D-BDC7-4B86-8C72-7CAB60B4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C86C6-3AF0-4F57-9697-AC0D5A44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610CC-5CDD-40EB-A158-8EE12AF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Filtered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2B26F-93FA-4B38-8956-E8BBA830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By profile and country.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AD6B7-16ED-4F4D-A23A-C7B7AD6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480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529B2-6794-4EA7-B611-993B40DB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47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C9D4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39478-D376-4559-BF69-781EFEF1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56071-BA89-4FE3-87B5-E1F77D26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62E487-7421-4433-B448-BE58546A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Prompt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E3134-F66D-4A60-ABAD-6F238560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Relevant passages only.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D4F4B-960C-4257-A1DF-9306490C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EF57A-94D9-4D98-958E-C2FEFCEA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247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9525">
            <a:solidFill>
              <a:srgbClr val="114E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EBE273-C792-44CE-BBD5-4EF3387D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CDB3D3-0CDA-4807-AA71-AC8AF97B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35AB3-9C9E-4762-A9BE-D7F36BED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 links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C86324-4216-4BB6-A5BA-6385C2F8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EE8"/>
                </a:solidFill>
                <a:latin typeface="Helvetica Neue"/>
                <a:ea typeface="Helvetica Neue"/>
                <a:cs typeface="Helvetica Neue"/>
              </a:rPr>
              <a:t>Each answer is traceable.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9375B-949C-47BD-8CC7-5CC27C5E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AD22F2-2133-4A49-9BA1-E467DF8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5307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Official guidance, shown with the answer.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279E1-0B71-44DD-AA66-A67CC691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936C9-D72A-4263-BEA0-1DF1EC5E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BORDERLESS  /  AI USAGE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73DFFD-0D2A-4BA7-BCA7-0D3ADAA2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4730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2026-09-21T14:51:49.3550000Z</dcterms:created>
  <dcterms:modified xsi:type="dcterms:W3CDTF">2026-09-21T14:51:49.3550000Z</dcterms:modified>
</coreProperties>
</file>