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5e24501d804d43" /><Relationship Type="http://schemas.openxmlformats.org/officeDocument/2006/relationships/extended-properties" Target="/docProps/app.xml" Id="Rf40997df24b446e0" /><Relationship Type="http://schemas.openxmlformats.org/officeDocument/2006/relationships/officeDocument" Target="/ppt/presentation.xml" Id="R1aff9829f99a43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b10561f6524a42"/>
  </p:sldMasterIdLst>
  <p:notesMasterIdLst>
    <p:notesMasterId xmlns:r="http://schemas.openxmlformats.org/officeDocument/2006/relationships" r:id="R495986e55f74433d"/>
  </p:notesMasterIdLst>
  <p:sldIdLst>
    <p:sldId xmlns:r="http://schemas.openxmlformats.org/officeDocument/2006/relationships" id="256" r:id="Rbd173b1ab967429a"/>
    <p:sldId xmlns:r="http://schemas.openxmlformats.org/officeDocument/2006/relationships" id="257" r:id="R247754c69b374d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784c2f19cf48eb" /><Relationship Type="http://schemas.openxmlformats.org/officeDocument/2006/relationships/slideMaster" Target="/ppt/slideMasters/slideMaster1.xml" Id="R18b10561f6524a42" /><Relationship Type="http://schemas.openxmlformats.org/officeDocument/2006/relationships/notesMaster" Target="/ppt/notesMasters/notesMaster1.xml" Id="R495986e55f74433d" /><Relationship Type="http://schemas.openxmlformats.org/officeDocument/2006/relationships/presProps" Target="/ppt/presProps.xml" Id="Rf97bd0f26c394290" /><Relationship Type="http://schemas.openxmlformats.org/officeDocument/2006/relationships/tableStyles" Target="/ppt/tableStyles.xml" Id="R65b0b2e16f594e80" /><Relationship Type="http://schemas.openxmlformats.org/officeDocument/2006/relationships/slide" Target="/ppt/slides/slide1.xml" Id="Rbd173b1ab967429a" /><Relationship Type="http://schemas.openxmlformats.org/officeDocument/2006/relationships/slide" Target="/ppt/slides/slide2.xml" Id="R247754c69b374d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76baa809cb4c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5b234a47724fb6" /><Relationship Type="http://schemas.openxmlformats.org/officeDocument/2006/relationships/notesMaster" Target="/ppt/notesMasters/notesMaster1.xml" Id="Rd47fbe23b79e41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f63008a6ec4f4e" /><Relationship Type="http://schemas.openxmlformats.org/officeDocument/2006/relationships/notesMaster" Target="/ppt/notesMasters/notesMaster1.xml" Id="Ra075a56d2e5f4b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Borderless chatbot architecture.</a:t>
            </a:r>
          </a:p>
          <a:p xmlns:a="http://schemas.openxmlformats.org/drawingml/2006/main">
            <a:r>
              <a:t>Key message: personal context improves relevance; confirmation keeps profile updates under user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Borderless RAG architecture.</a:t>
            </a:r>
          </a:p>
          <a:p xmlns:a="http://schemas.openxmlformats.org/drawingml/2006/main">
            <a:r>
              <a:t>Key message: retrieval narrows the answer to official, relevant guidance and exposes its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a80802b35142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49ddf6ce624416" /><Relationship Type="http://schemas.openxmlformats.org/officeDocument/2006/relationships/slideLayout" Target="/ppt/slideLayouts/slideLayout1.xml" Id="R97b79df3db974f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b79df3db974f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5df3e342b4577" /><Relationship Type="http://schemas.openxmlformats.org/officeDocument/2006/relationships/notesSlide" Target="/ppt/notesSlides/notesSlide1.xml" Id="R10a26a9d2de044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38f8ce8164b62" /><Relationship Type="http://schemas.openxmlformats.org/officeDocument/2006/relationships/notesSlide" Target="/ppt/notesSlides/notesSlide2.xml" Id="R1874a80eac3648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43AACB-EC6F-4E17-9EB7-BA9808DF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rPr>
              <a:t>AI IN BORDERLESS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F1652-6EB6-4AF0-B4F7-F851FA9D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A personal guide that can update the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2219F-CA63-40C2-9219-7F4BC4A4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The assistant receives the current situation, answers in context and proposes profile changes only with user confirmation.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51D8C-A2A4-4F01-A6B1-ACE6E268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B5762-EEDD-4AE8-A1B8-B98020B9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336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F710C-63E4-4C4E-B7AB-2230CCA5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User asks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87370-59E2-4A25-BE70-3E8867D2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“I now work three days from home.”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7E563-8A9F-40D0-9118-29993763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886075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C8448-4943-4094-A703-DE0299CB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2415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9D2C9-AA09-4FAC-AED8-CCB2472F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336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20850-CA67-405E-AFE5-58D5AB91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813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Relevant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073B8-2B87-4D88-B277-249701CC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623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Profile, open To-Dos and flagged impacts travel with the question.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5A312-0D9C-4F99-AAE6-FB8D1C69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86075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C65BF-E808-4138-A7B3-90338431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2415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CFF72-FA14-460E-8CF5-AEBDA13F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336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30005A-F852-4549-8D5E-348D40CC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813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Secure AI route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460BE0-FB72-43F2-898E-98DCA0EC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623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The browser calls our backend. The OpenAI key stays on the server.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BBDC58-92AE-42F2-8B76-EB449D8C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886075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EE9D1-8419-4445-9C95-3AA149DD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2415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4555D0-9E6D-42D1-A317-AA6D827B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336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E6FF0B-B811-48EF-B0D6-041C254B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813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Guided answer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413DD8-301F-4CFE-B764-4BB067CD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623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A strict system prompt avoids invented figures and legal advice.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D30508-68A0-4409-932B-E2D9653A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86075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0AD0D6-FBF3-4349-9F93-AD00CD94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2415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CCD5C5-A9FF-4824-A4D2-7AADBF79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336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A47D10-3EEB-4B28-BA02-53F36161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813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Confirmed update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042E82-09CF-4439-B66F-706DC55B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623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The AI can propose update_profile. The user approves before the dashboard changes.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A86E75-D8DB-4840-BCF0-FBB9C316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67300"/>
            <a:ext cx="11125200" cy="8953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F909C4-3A5F-44AD-88DA-9B1F86A3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482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rPr>
              <a:t>Safety by design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D78CEA-B483-443B-8AA3-38D9A430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1011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No API key in the browser. No silent profile edits. The assistant acts as a guide, with the user in control.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DDCC64-FBE1-4F6E-BC78-2C704ABD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C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4F24B5-8A0A-4265-91F6-813ADFE3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BORDERLESS  /  AI USAGE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12F2A9-8F5E-4ECF-A44E-B262F946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372981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E1CA38-F4E4-4B78-8478-B89AB124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rPr>
              <a:t>RETRIEVAL-AUGMENTED GENERATION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5885F-3E71-4E79-8BA7-C9F73C01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Answers grounded in official 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BA2D0-E74A-4794-821D-D0BC6917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Before the model answers, Borderless retrieves relevant government guidance and passes it into the prompt as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F7446-AF36-4C3D-AC96-4EB0DC9B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2247900" cy="2152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4C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84069-1080-46CC-8065-B73CCE8C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C55E4-A6AD-4811-A20A-7FA9002C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5119B-531B-422C-8781-91B2006C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Official documents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21913-A2CD-4FB1-8DBC-E5B8BDEE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Belastingdienst, SVB and GrenzInfoPunkt documents are stored as searchable vectors.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99BC3-A330-4388-BC4F-E6FFB166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4807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1D130-9DA3-4A17-8960-7C01DC2C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71750"/>
            <a:ext cx="2247900" cy="2152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4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F6495-4A50-4CC6-B748-6E89CFCD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F78AF-4723-4491-9C04-731A6924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908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EE4FE-7EA9-44A0-B06A-C5D6E8ED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Profile-aware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BC9EC-4BA8-4CA9-8AE2-06EA2B99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87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A person working in Germany receives German-relevant material, not unrelated Belgian tax rules.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2BB84-A0D3-476D-9CD8-1ECDC636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4807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23C24-430F-432D-98FC-FC64B82C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247900" cy="2152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4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F5DCA1-BCCD-4926-A81F-0F755129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23B673-D42D-40A5-B933-ED08E28E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908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B933E-F562-46D9-980B-1C7C76A6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Context injection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852DF9-8425-45CD-8CC5-88072836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338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62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The most relevant legal passages enter the model prompt as ground truth.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112C98-0F03-4021-87B2-4CB7B5B9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4807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C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222C6F-FE88-4D12-8082-483DD16C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71750"/>
            <a:ext cx="2247900" cy="2152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114E4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66364B-B681-490B-84F7-D394E0B8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323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D9F21C-7682-4621-AF9A-D04F8E6F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908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C0B3BF-EB67-45CA-9056-7C00A344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Traceable answer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313332-BC1A-4C1B-AA17-CEBC107B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338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E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EE8"/>
                </a:solidFill>
                <a:latin typeface="Helvetica Neue"/>
                <a:ea typeface="Helvetica Neue"/>
                <a:cs typeface="Helvetica Neue"/>
              </a:rPr>
              <a:t>The assistant answers from that context and the chat shows the exact source URLs.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AA2656-26CE-428D-A48B-E682B545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3580BD-3CAF-478C-9474-197D2FC7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5307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The model does not rely on general legal knowledge alone. It works from current, official guidance that users can open and check.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38A575-35D6-4DFC-A176-C8CCCC1E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C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0B8052-7F0A-4E56-8C4C-DECC143A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BORDERLESS  /  AI USAGE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CE7186-82C5-4887-94DE-DA1BB7C4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66056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2026-09-21T14:42:17.0530000Z</dcterms:created>
  <dcterms:modified xsi:type="dcterms:W3CDTF">2026-09-21T14:42:17.0530000Z</dcterms:modified>
</coreProperties>
</file>